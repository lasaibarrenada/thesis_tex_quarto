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BDB6A9"/>
    <a:srgbClr val="B6B3AB"/>
    <a:srgbClr val="55616A"/>
    <a:srgbClr val="7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31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ai Barreñada Taleb" userId="d58eef89-2abf-4384-9856-ac67d396ad93" providerId="ADAL" clId="{23DA2095-D5F7-4113-ACEE-AF6951DCE4D1}"/>
    <pc:docChg chg="custSel modSld">
      <pc:chgData name="Lasai Barreñada Taleb" userId="d58eef89-2abf-4384-9856-ac67d396ad93" providerId="ADAL" clId="{23DA2095-D5F7-4113-ACEE-AF6951DCE4D1}" dt="2026-05-19T14:33:03.580" v="15" actId="1076"/>
      <pc:docMkLst>
        <pc:docMk/>
      </pc:docMkLst>
      <pc:sldChg chg="addSp delSp modSp mod">
        <pc:chgData name="Lasai Barreñada Taleb" userId="d58eef89-2abf-4384-9856-ac67d396ad93" providerId="ADAL" clId="{23DA2095-D5F7-4113-ACEE-AF6951DCE4D1}" dt="2026-05-19T14:32:33.243" v="9" actId="1076"/>
        <pc:sldMkLst>
          <pc:docMk/>
          <pc:sldMk cId="1661348427" sldId="256"/>
        </pc:sldMkLst>
        <pc:picChg chg="add mod">
          <ac:chgData name="Lasai Barreñada Taleb" userId="d58eef89-2abf-4384-9856-ac67d396ad93" providerId="ADAL" clId="{23DA2095-D5F7-4113-ACEE-AF6951DCE4D1}" dt="2026-05-19T14:32:33.243" v="9" actId="1076"/>
          <ac:picMkLst>
            <pc:docMk/>
            <pc:sldMk cId="1661348427" sldId="256"/>
            <ac:picMk id="3" creationId="{F7BFEECD-CD89-2F36-3330-DB1BF29E0F6F}"/>
          </ac:picMkLst>
        </pc:picChg>
        <pc:picChg chg="del">
          <ac:chgData name="Lasai Barreñada Taleb" userId="d58eef89-2abf-4384-9856-ac67d396ad93" providerId="ADAL" clId="{23DA2095-D5F7-4113-ACEE-AF6951DCE4D1}" dt="2026-05-19T14:31:46.359" v="0" actId="478"/>
          <ac:picMkLst>
            <pc:docMk/>
            <pc:sldMk cId="1661348427" sldId="256"/>
            <ac:picMk id="5" creationId="{CDF92350-2736-B2C3-9F88-2B65911A9B69}"/>
          </ac:picMkLst>
        </pc:picChg>
      </pc:sldChg>
      <pc:sldChg chg="addSp delSp modSp mod">
        <pc:chgData name="Lasai Barreñada Taleb" userId="d58eef89-2abf-4384-9856-ac67d396ad93" providerId="ADAL" clId="{23DA2095-D5F7-4113-ACEE-AF6951DCE4D1}" dt="2026-05-19T14:33:03.580" v="15" actId="1076"/>
        <pc:sldMkLst>
          <pc:docMk/>
          <pc:sldMk cId="95469853" sldId="257"/>
        </pc:sldMkLst>
        <pc:picChg chg="del">
          <ac:chgData name="Lasai Barreñada Taleb" userId="d58eef89-2abf-4384-9856-ac67d396ad93" providerId="ADAL" clId="{23DA2095-D5F7-4113-ACEE-AF6951DCE4D1}" dt="2026-05-19T14:32:37.710" v="10" actId="478"/>
          <ac:picMkLst>
            <pc:docMk/>
            <pc:sldMk cId="95469853" sldId="257"/>
            <ac:picMk id="3" creationId="{BD72F485-6715-0B16-6F95-5F6785F1B98F}"/>
          </ac:picMkLst>
        </pc:picChg>
        <pc:picChg chg="add mod">
          <ac:chgData name="Lasai Barreñada Taleb" userId="d58eef89-2abf-4384-9856-ac67d396ad93" providerId="ADAL" clId="{23DA2095-D5F7-4113-ACEE-AF6951DCE4D1}" dt="2026-05-19T14:33:03.580" v="15" actId="1076"/>
          <ac:picMkLst>
            <pc:docMk/>
            <pc:sldMk cId="95469853" sldId="257"/>
            <ac:picMk id="5" creationId="{EA312064-52CF-A618-7018-31CD6D4D03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69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8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227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3551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1246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576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64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74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566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051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662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79B30-70BA-4031-8BA4-A28D9378038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F2263A-2472-4548-AA0B-238394618CB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821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C7E8E95-DE23-53F0-EDC1-1A95F3AF24B8}"/>
              </a:ext>
            </a:extLst>
          </p:cNvPr>
          <p:cNvSpPr txBox="1"/>
          <p:nvPr/>
        </p:nvSpPr>
        <p:spPr>
          <a:xfrm>
            <a:off x="944480" y="5727436"/>
            <a:ext cx="56063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TOWARDS TRUSTWORTHY AI IN HEALTHCARE: </a:t>
            </a:r>
            <a:r>
              <a:rPr lang="en-US" sz="2200" b="1" dirty="0">
                <a:solidFill>
                  <a:srgbClr val="760000"/>
                </a:solidFill>
                <a:latin typeface="Arial Narrow" panose="020B0606020202030204" pitchFamily="34" charset="0"/>
              </a:rPr>
              <a:t>CALIBRATION, EVIDENCE-BASED EVALUATION, AND THE CLINICAL UTILITY OF THE ADNEX MODEL.</a:t>
            </a:r>
            <a:endParaRPr lang="es-ES" sz="2200" b="1" dirty="0">
              <a:solidFill>
                <a:srgbClr val="7600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FEED54-AEC6-F14E-F8BB-F548F79AAB9D}"/>
              </a:ext>
            </a:extLst>
          </p:cNvPr>
          <p:cNvSpPr txBox="1"/>
          <p:nvPr/>
        </p:nvSpPr>
        <p:spPr>
          <a:xfrm>
            <a:off x="2497488" y="7469479"/>
            <a:ext cx="25003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700" dirty="0">
                <a:latin typeface="Arial Narrow" panose="020B0606020202030204" pitchFamily="34" charset="0"/>
              </a:rPr>
              <a:t>Doctoral </a:t>
            </a:r>
            <a:r>
              <a:rPr lang="es-ES" sz="1700" dirty="0" err="1">
                <a:latin typeface="Arial Narrow" panose="020B0606020202030204" pitchFamily="34" charset="0"/>
              </a:rPr>
              <a:t>Thesis</a:t>
            </a:r>
            <a:endParaRPr lang="es-ES" sz="1700" dirty="0">
              <a:latin typeface="Arial Narrow" panose="020B0606020202030204" pitchFamily="34" charset="0"/>
            </a:endParaRPr>
          </a:p>
          <a:p>
            <a:pPr algn="ctr"/>
            <a:r>
              <a:rPr lang="es-ES" sz="1700" b="1" dirty="0">
                <a:latin typeface="Arial Narrow" panose="020B0606020202030204" pitchFamily="34" charset="0"/>
              </a:rPr>
              <a:t>Lasai Barreñada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D34F35B-78E4-C5DD-4018-501FDE428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7" t="33161" r="7917" b="34869"/>
          <a:stretch>
            <a:fillRect/>
          </a:stretch>
        </p:blipFill>
        <p:spPr>
          <a:xfrm>
            <a:off x="2967397" y="285664"/>
            <a:ext cx="1560496" cy="506002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BD00212-C3FA-05EF-4EBD-9CFDEA62A313}"/>
              </a:ext>
            </a:extLst>
          </p:cNvPr>
          <p:cNvSpPr/>
          <p:nvPr/>
        </p:nvSpPr>
        <p:spPr>
          <a:xfrm>
            <a:off x="0" y="0"/>
            <a:ext cx="528638" cy="9144000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26A405-8E73-035B-0E94-4E3A9B9395A9}"/>
              </a:ext>
            </a:extLst>
          </p:cNvPr>
          <p:cNvSpPr txBox="1"/>
          <p:nvPr/>
        </p:nvSpPr>
        <p:spPr>
          <a:xfrm>
            <a:off x="567547" y="8305449"/>
            <a:ext cx="25003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700" dirty="0">
                <a:latin typeface="Arial Narrow" panose="020B0606020202030204" pitchFamily="34" charset="0"/>
              </a:rPr>
              <a:t>PhD Supervisor </a:t>
            </a:r>
          </a:p>
          <a:p>
            <a:r>
              <a:rPr lang="es-ES" sz="1700" dirty="0">
                <a:latin typeface="Arial Narrow" panose="020B0606020202030204" pitchFamily="34" charset="0"/>
              </a:rPr>
              <a:t>Prof. Ben Van </a:t>
            </a:r>
            <a:r>
              <a:rPr lang="es-ES" sz="1700" dirty="0" err="1">
                <a:latin typeface="Arial Narrow" panose="020B0606020202030204" pitchFamily="34" charset="0"/>
              </a:rPr>
              <a:t>Calster</a:t>
            </a:r>
            <a:endParaRPr lang="es-ES" sz="1700" dirty="0">
              <a:latin typeface="Arial Narrow" panose="020B0606020202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C21004-6854-DE80-A029-92E6185AE23A}"/>
              </a:ext>
            </a:extLst>
          </p:cNvPr>
          <p:cNvSpPr txBox="1"/>
          <p:nvPr/>
        </p:nvSpPr>
        <p:spPr>
          <a:xfrm>
            <a:off x="4843465" y="8567059"/>
            <a:ext cx="189947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700" dirty="0" err="1">
                <a:latin typeface="Arial Narrow" panose="020B0606020202030204" pitchFamily="34" charset="0"/>
              </a:rPr>
              <a:t>Leuven</a:t>
            </a:r>
            <a:r>
              <a:rPr lang="es-ES" sz="1700" dirty="0">
                <a:latin typeface="Arial Narrow" panose="020B0606020202030204" pitchFamily="34" charset="0"/>
              </a:rPr>
              <a:t>, August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FEECD-CD89-2F36-3330-DB1BF29E0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820" y="1173195"/>
            <a:ext cx="5079008" cy="425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4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7EBE-DCDB-28D6-0E71-132243BB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FD2988A9-3A08-8D6C-0AA4-A2B565DA1788}"/>
              </a:ext>
            </a:extLst>
          </p:cNvPr>
          <p:cNvSpPr/>
          <p:nvPr/>
        </p:nvSpPr>
        <p:spPr>
          <a:xfrm>
            <a:off x="6329362" y="0"/>
            <a:ext cx="528638" cy="9144000"/>
          </a:xfrm>
          <a:prstGeom prst="rect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CC430B-CBF9-788D-25BB-5D1A999C0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7" t="33161" r="7917" b="34869"/>
          <a:stretch>
            <a:fillRect/>
          </a:stretch>
        </p:blipFill>
        <p:spPr>
          <a:xfrm>
            <a:off x="2648752" y="8272376"/>
            <a:ext cx="1560496" cy="506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312064-52CF-A618-7018-31CD6D4D0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68" y="2548970"/>
            <a:ext cx="5221264" cy="404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9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</Words>
  <Application>Microsoft Office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Narrow</vt:lpstr>
      <vt:lpstr>Tema de Office</vt:lpstr>
      <vt:lpstr>PowerPoint Presentation</vt:lpstr>
      <vt:lpstr>PowerPoint Presentation</vt:lpstr>
    </vt:vector>
  </TitlesOfParts>
  <Company>Banc Sabadell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Manzano</dc:creator>
  <cp:lastModifiedBy>Lasai Barreñada Taleb</cp:lastModifiedBy>
  <cp:revision>3</cp:revision>
  <dcterms:created xsi:type="dcterms:W3CDTF">2026-05-18T06:56:53Z</dcterms:created>
  <dcterms:modified xsi:type="dcterms:W3CDTF">2026-05-19T14:33:09Z</dcterms:modified>
</cp:coreProperties>
</file>